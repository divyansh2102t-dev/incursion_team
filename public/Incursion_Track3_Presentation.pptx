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438912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HACKATHON TRACK 3: AUTOMATED RECRUITMENT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365760"/>
            <a:ext cx="1124712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v1.0.0 PROD</a:t>
            </a:r>
          </a:p>
        </p:txBody>
      </p:sp>
      <p:pic>
        <p:nvPicPr>
          <p:cNvPr id="5" name="Picture 4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7772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INCURSION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258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Autonomous, Zero-Cost ($0 API Bills) Hackathon Recruitment &amp; Shortlisting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1672" cy="109728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3152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6B6D4"/>
                </a:solidFill>
              </a:defRPr>
            </a:pPr>
            <a:r>
              <a:t>EXECUTIVE OVERVIEW &amp; PROBLEM BRIEF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Evaluating 500+ team registrations across Google Forms, Devpost, and spreadsheets is historically slow, biased, expensive, and opaque. Incursion replaces manual volunteer fatigue and costly LLM wrappers with an unopinionated, mathematically explainable, client-side recruitment engine. It inspects GitHub commit velocity, scans cloud resumes in parallel, balances multi-member squads against solo hackers, and provides an executive mathematical audit trail—all with 100% client-side privacy and $0 API bills.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2651760" cy="315468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246888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0B981"/>
                </a:solidFill>
              </a:defRPr>
            </a:pPr>
            <a:r>
              <a:t>100% ZERO-COST ($0)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Zero Paid API Tokens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Eliminates paid LLM tokens ($50-$200/cohort) via deterministic NLP taxonomy.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Runs in browser memory with public REST endpoints &amp; Web Workers.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Zero recurring bills for student and community hackathons.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715000"/>
            <a:ext cx="2432304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10B981"/>
                </a:solidFill>
              </a:defRPr>
            </a:pPr>
            <a:r>
              <a:t>$0.00 Total Evaluation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3017520"/>
            <a:ext cx="2651760" cy="315468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47288" y="3017520"/>
            <a:ext cx="246888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6B6D4"/>
                </a:solidFill>
              </a:defRPr>
            </a:pPr>
            <a:r>
              <a:t>ZERO-DB PRIVACY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Local Origin Vault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Persistent localStorage maintains cohorts across computer restarts.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Zero remote database servers; candidate PII never leaves device.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100% GDPR &amp; DPDP compliant with zero data breach liability.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5715000"/>
            <a:ext cx="2432304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06B6D4"/>
                </a:solidFill>
              </a:defRPr>
            </a:pPr>
            <a:r>
              <a:t>0 Bytes PII Retained Remotely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017520"/>
            <a:ext cx="2651760" cy="315468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3017520"/>
            <a:ext cx="246888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3B82F6"/>
                </a:solidFill>
              </a:defRPr>
            </a:pPr>
            <a:r>
              <a:t>DUAL-STREAM ENGINE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Concurrent Parallel Audit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Audits GitHub commit frequency, stars, and language diversity.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Anti-cheat heuristic flags accounts with 100% forks &amp; zero commits.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Simultaneously extracts Google Drive/Dropbox PDF resume streams.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5715000"/>
            <a:ext cx="2432304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3B82F6"/>
                </a:solidFill>
              </a:defRPr>
            </a:pPr>
            <a:r>
              <a:t>Simultaneous Code + Resume Scan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3017520"/>
            <a:ext cx="2651760" cy="315468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1704" y="3017520"/>
            <a:ext cx="2468880" cy="317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A855F7"/>
                </a:solidFill>
              </a:defRPr>
            </a:pPr>
            <a:r>
              <a:t>EXPLAINABLE MATH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Tunable Formula Studio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Dedicated /formulas studio with MathScope AST equation compiler.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Dynamic squad normalization (Balanced Mean, Diminishing Returns).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Downloadable executive multi-page audit PDF report with role gaps.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2" y="5715000"/>
            <a:ext cx="2432304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A855F7"/>
                </a:solidFill>
              </a:defRPr>
            </a:pPr>
            <a:r>
              <a:t>100% Transparent Mathematical Trail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00800"/>
            <a:ext cx="11091672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INCURSION  |  Autonomous, Tunable &amp; Explainable Team Recruitment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446520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1 of 5  •  100% Zero-Cost Architecture  •  Zero-DB Privacy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TRACK 3: AUTOMATED RECRUITMENT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20040"/>
            <a:ext cx="68580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THE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Why Existing Hackathon Screening &amp; Evaluation Workflows Fail Organizers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01168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1672" cy="5943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F59E0B"/>
                </a:solidFill>
              </a:defRPr>
            </a:pPr>
            <a:r>
              <a:t>THE SCALE DILEMMA: 300 to 1,000+ Teams • 24-48 Hour Screening Window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Organizing committees receive thousands of applicant profiles. Existing workflows force an impossible compromise between exhausting volunteer manual review and expensive, fragile, and untrustworthy AI wrappers.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3584448" cy="29718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1005840" cy="228600"/>
          </a:xfrm>
          <a:prstGeom prst="roundRect">
            <a:avLst/>
          </a:prstGeom>
          <a:solidFill>
            <a:srgbClr val="0F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43F5E"/>
                </a:solidFill>
              </a:defRPr>
            </a:pPr>
            <a:r>
              <a:t>PROBLEM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MANUAL SPREADSHEET FATIGUE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Human Bottleneck &amp; Inconsistency</a:t>
            </a:r>
          </a:p>
          <a:p>
            <a:pPr>
              <a:defRPr b="1" sz="800">
                <a:solidFill>
                  <a:srgbClr val="F43F5E"/>
                </a:solidFill>
              </a:defRPr>
            </a:pPr>
            <a:r>
              <a:t>• 40+ Volunteer Review Hours: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Organizers manually open hundreds of Google Forms rows, clicking candidate GitHub links and PDF drives one by one.</a:t>
            </a:r>
          </a:p>
          <a:p>
            <a:pPr>
              <a:defRPr b="1" sz="800">
                <a:solidFill>
                  <a:srgbClr val="F43F5E"/>
                </a:solidFill>
              </a:defRPr>
            </a:pPr>
            <a:r>
              <a:t>• Subjective Fatigue &amp; Bias: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Exhausted evaluators apply inconsistent standards at 2 AM vs 9 AM, causing unfair bias and arbitrary selection cutoffs.</a:t>
            </a:r>
          </a:p>
          <a:p>
            <a:pPr>
              <a:defRPr b="1" sz="800">
                <a:solidFill>
                  <a:srgbClr val="F43F5E"/>
                </a:solidFill>
              </a:defRPr>
            </a:pPr>
            <a:r>
              <a:t>• Zero Anti-Cheat Verification: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Reviewers cannot verify if a GitHub account represents authentic original code or 100% cloned/fork-padded repositories.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00600"/>
            <a:ext cx="3310128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43F5E"/>
                </a:solidFill>
              </a:defRPr>
            </a:pPr>
            <a:r>
              <a:t>90% of applicants receive zero deep code inspection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40280"/>
            <a:ext cx="3584448" cy="29718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377440"/>
            <a:ext cx="1005840" cy="22860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59E0B"/>
                </a:solidFill>
              </a:defRPr>
            </a:pPr>
            <a:r>
              <a:t>PROBLEM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79192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EXPENSIVE LLM WRAPPERS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Fragile, Costly &amp; Non-Deterministic</a:t>
            </a:r>
          </a:p>
          <a:p>
            <a:pPr>
              <a:defRPr b="1" sz="800">
                <a:solidFill>
                  <a:srgbClr val="F59E0B"/>
                </a:solidFill>
              </a:defRPr>
            </a:pPr>
            <a:r>
              <a:t>• $100-$300+ in API Token Bills: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Sending 500+ team registrations and multi-page PDFs to proprietary LLMs (GPT-4) drains student and non-profit hackathon budgets.</a:t>
            </a:r>
          </a:p>
          <a:p>
            <a:pPr>
              <a:defRPr b="1" sz="800">
                <a:solidFill>
                  <a:srgbClr val="F59E0B"/>
                </a:solidFill>
              </a:defRPr>
            </a:pPr>
            <a:r>
              <a:t>• Severe Rate Limits &amp; Timeouts: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API token rate limits throttle bulk evaluation during intake surges, causing pipeline crashes and missed registration deadlines.</a:t>
            </a:r>
          </a:p>
          <a:p>
            <a:pPr>
              <a:defRPr b="1" sz="800">
                <a:solidFill>
                  <a:srgbClr val="F59E0B"/>
                </a:solidFill>
              </a:defRPr>
            </a:pPr>
            <a:r>
              <a:t>• Prompt Hallucination &amp; Variance: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Generative AI scores the exact same applicant differently on repeated runs, completely destroying competitive integrity.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800600"/>
            <a:ext cx="3310128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59E0B"/>
                </a:solidFill>
              </a:defRPr>
            </a:pPr>
            <a:r>
              <a:t>$150+ wasted per event on hallucination-prone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584448" cy="29718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2377440"/>
            <a:ext cx="1005840" cy="228600"/>
          </a:xfrm>
          <a:prstGeom prst="roundRect">
            <a:avLst/>
          </a:prstGeom>
          <a:solidFill>
            <a:srgbClr val="0F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43F5E"/>
                </a:solidFill>
              </a:defRPr>
            </a:pPr>
            <a:r>
              <a:t>PROBLEM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679192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FFFFF"/>
                </a:solidFill>
              </a:defRPr>
            </a:pPr>
            <a:r>
              <a:t>"BLACK-BOX" AI &amp; PII LIABILITIES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Zero Trust &amp; Legal Vulnerability</a:t>
            </a:r>
          </a:p>
          <a:p>
            <a:pPr>
              <a:defRPr b="1" sz="800">
                <a:solidFill>
                  <a:srgbClr val="F43F5E"/>
                </a:solidFill>
              </a:defRPr>
            </a:pPr>
            <a:r>
              <a:t>• Unexplainable Rejection Rationale: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Generative AI wrappers cannot explain the mathematical rationale behind rankings, fueling applicant distrust and appeals.</a:t>
            </a:r>
          </a:p>
          <a:p>
            <a:pPr>
              <a:defRPr b="1" sz="800">
                <a:solidFill>
                  <a:srgbClr val="F43F5E"/>
                </a:solidFill>
              </a:defRPr>
            </a:pPr>
            <a:r>
              <a:t>• GDPR / DPDP Privacy Violations: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Storing student phone numbers, resumes, and college roll numbers in cloud databases creates severe data breach liability.</a:t>
            </a:r>
          </a:p>
          <a:p>
            <a:pPr>
              <a:defRPr b="1" sz="800">
                <a:solidFill>
                  <a:srgbClr val="F43F5E"/>
                </a:solidFill>
              </a:defRPr>
            </a:pPr>
            <a:r>
              <a:t>• Solo vs Squad Inequity: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   Generic tools fail to normalize solo prodigies against 4-person squads, improperly penalizing solo hackers or over-weighting teams.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4800600"/>
            <a:ext cx="3310128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43F5E"/>
                </a:solidFill>
              </a:defRPr>
            </a:pPr>
            <a:r>
              <a:t>100% PII exposure risk across third-party cloud databases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40"/>
            <a:ext cx="11091672" cy="9144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6B6D4"/>
                </a:solidFill>
              </a:defRPr>
            </a:pPr>
            <a:r>
              <a:t>THE RECRUITMENT AUTOMATION IMPERATIVE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Hackathon organizers require a platform that is: (1) 100% Free ($0 API bills) with zero LLM tokens, (2) Transparent &amp; Mathematically Explainable with custom tunable weights, (3) Concurrent &amp; Fast (&lt; 45 seconds for 500 teams), (4) Anti-Cheat Protected against fake/forked GitHub profiles, and (5) Fully Client-Side with zero database liability or PII leaks.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91672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INCURSION  |  Autonomous, Tunable &amp; Explainable Team Recruitment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46520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2 of 5  •  100% Zero-Cost Architecture  •  Zero-DB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TRACK 3: AUTOMATED RECRUITMENT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20040"/>
            <a:ext cx="68580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THE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Incursion: Autonomous, Explainable &amp; Zero-Cost Team Recruitment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01168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68112" cy="2194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193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6B6D4"/>
                </a:solidFill>
              </a:defRPr>
            </a:pPr>
            <a:r>
              <a:t>DUAL-STREAM CONCURRENT SCORING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Parallel GitHub Velocity + Cloud Resume Intelligence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Stream A (GitHub REST API): Evaluates annual commit velocity, original vs fork ratio, stars, and language diversity.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Anti-Cheat Heuristic: Penalizes accounts with 100% forked repos and 0 original commits.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Stream B (unpdf Engine): Server-side CORS stream extracts skills, hackathon accolades, and portfolios from Google Drive/PDF resumes in volatile RAM.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Temporary Hash Transparency: Profiles scored via rate-limit fallback display visible #hash badges with smart 'Fetch Remaining' sync.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468112" cy="2194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5193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FORMULA &amp; ALGORITHM STUDIO (/formulas)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Completely Unopinionated &amp; Mathematically Tunable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Interactive Formula Studio: Organizers customize mathematical multipliers and scoring curves.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MathScope AST Evaluation: Compiles custom mathematical expressions into deterministic ranking functions.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Two-Way Synchronized Controls: Sliders and numeric inputs update live with real-time cohort leaderboard previews.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Hard Eligibility Gates: Enforce minimum team size, required GitHub handles, ACM chapter membership, or experience cutoffs.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468112" cy="2194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5193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DYNAMIC SQUAD-SIZE NORMALIZATION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Equalizing Solo Prodigies &amp; Multi-Member Teams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Balanced Mean Model (Platform Default): Multiplies average member score by a capped synergy bonus: min(1.40, 1 + (N-1) * 0.08).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Diminishing Returns Model: Exponential decay (1.5^(i-1)) weighting lead hacker 100%, 2nd 67%, 3rd 44%.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Max Skill Rating: Highest skill in each discipline sets the team rating, giving solo hackers an equal playing field.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7 Core Disciplines: Audits coverage across Frontend, Backend, AI/ML, DevOps, Mobile, Systems, and UI/UX.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468112" cy="2194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54864" cy="2194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77640"/>
            <a:ext cx="5193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OFFICIAL ACM NIT SURAT CHAPTER BRIDGE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Live Chapter Leaderboard Integration &amp; Conflict Overrides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Server-Side CORS Proxy: Direct API bridge (/api/fetch-acm-leaderboard) to acmnitsurat.in.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Tri-Platform Coding Metrics: Imports official contest ratings and solved counts for LeetCode, Codeforces, and CodeChef.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Institutional Telemetry: Verifies candidate roll numbers (e.g. u25cs079), engineering branches, and graduation years.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Conflict Override Toggle: Choose between official ACM chapter scores or Incursion calculated formulas.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ADDITIONAL CAPABILITIES: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6035040"/>
            <a:ext cx="16916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CBD5E1"/>
                </a:solidFill>
              </a:defRPr>
            </a:pPr>
            <a:r>
              <a:t>Head-to-Head Compare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6035040"/>
            <a:ext cx="16916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CBD5E1"/>
                </a:solidFill>
              </a:defRPr>
            </a:pPr>
            <a:r>
              <a:t>Sensitivity Simulator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6035040"/>
            <a:ext cx="16916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CBD5E1"/>
                </a:solidFill>
              </a:defRPr>
            </a:pPr>
            <a:r>
              <a:t>Schema Column Mapper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6035040"/>
            <a:ext cx="16916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CBD5E1"/>
                </a:solidFill>
              </a:defRPr>
            </a:pPr>
            <a:r>
              <a:t>Multi-PAT Token Vault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6035040"/>
            <a:ext cx="16916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CBD5E1"/>
                </a:solidFill>
              </a:defRPr>
            </a:pPr>
            <a:r>
              <a:t>Executive PDF Dossier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00800"/>
            <a:ext cx="11091672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INCURSION  |  Autonomous, Tunable &amp; Explainable Team Recruitment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446520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3 of 5  •  100% Zero-Cost Architecture  •  Zero-DB Privacy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TRACK 3: AUTOMATED RECRUITMENT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20040"/>
            <a:ext cx="68580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TECHNICAL ARCHITECTURE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End-to-End Client-Side Pipeline: Ingestion, Dual-Stream Scoring &amp; Zero-DB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01168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066543" cy="1600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1883663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188366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01. MULTI-INTAKE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CSV / TSV / JSON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Excel (.xlsx, .xls)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Google Sheets URLs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1-Click Demo Loader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3" y="1554480"/>
            <a:ext cx="2066543" cy="1600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9503" y="1554480"/>
            <a:ext cx="1883663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1645920"/>
            <a:ext cx="188366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02. SCHEMA SNIFFER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Auto Tall/Wide Sniff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usedColumns Guard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No Ghost Members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ColumnMapperModal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6" y="1554480"/>
            <a:ext cx="2066543" cy="1600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6" y="1554480"/>
            <a:ext cx="1883663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6" y="1645920"/>
            <a:ext cx="188366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3B82F6"/>
                </a:solidFill>
              </a:defRPr>
            </a:pPr>
            <a:r>
              <a:t>03. DUAL SCORING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GitHub REST Engine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unpdf Resume Stream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Anti-Cheat Fork Guard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Rate-Limit Hash Tag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09" y="1554480"/>
            <a:ext cx="2066543" cy="1600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49" y="1554480"/>
            <a:ext cx="1883663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49" y="1645920"/>
            <a:ext cx="188366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59E0B"/>
                </a:solidFill>
              </a:defRPr>
            </a:pPr>
            <a:r>
              <a:t>04. MATH STUDIO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MathScope AST Rules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Balanced Mean / Decay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4 Dimension Weights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Eligibility Gates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6332" y="1554480"/>
            <a:ext cx="2066543" cy="1600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37772" y="1554480"/>
            <a:ext cx="1883663" cy="317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2" y="1645920"/>
            <a:ext cx="188366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A855F7"/>
                </a:solidFill>
              </a:defRPr>
            </a:pPr>
            <a:r>
              <a:t>05. ZERO-DB OUTPUTS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localStorage Vault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Live Leaderboard HUD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Compare &amp; Sensitivity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› Executive PDF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37560"/>
            <a:ext cx="11091672" cy="9144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337560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92424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1. CLIENT-SIDE LOCALSTORAGE PRIVACY &amp; ZERO-DB MANIFESTO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Zero Cloud Database Servers: All scored teams, custom formulas, encrypted tokens, and run history persist in the browser's origin localStorage across computer restarts, tab closures, and venue reboots.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Zero PII &amp; GDPR Liability: Candidate names, phone numbers, roll numbers, and resumes are evaluated in volatile RAM and never touch external database servers, eliminating data breach risks entirely.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43400"/>
            <a:ext cx="11091672" cy="9144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343400"/>
            <a:ext cx="54864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398264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3B82F6"/>
                </a:solidFill>
              </a:defRPr>
            </a:pPr>
            <a:r>
              <a:t>2. SERVERLESS STREAM RESOLVERS &amp; CORS PROXIES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Universal Sheet Ingestion (/api/fetch-sheet): Bypasses browser CORS restrictions to fetch and stream Google Sheets exports directly into memory.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Cloud PDF Resume Streamer (/api/parse-resume): Downloads Google Drive / Dropbox PDF links server-side and parses text streams via universal unpdf with zero native C++ dependencies.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49240"/>
            <a:ext cx="11091672" cy="9144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34924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04104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10B981"/>
                </a:solidFill>
              </a:defRPr>
            </a:pPr>
            <a:r>
              <a:t>3. ENCRYPTED MULTI-TOKEN PAT VAULT &amp; RATE-LIMIT RESILIENCE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Multi-Token Pool: Organizers pool multiple free Personal Access Tokens client-side with AES encryption. Quotas automatically fail over (e.g. 3 tokens = 15,000 req/hr at $0 cost) with zero token transmission.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Deterministic Hash Fallback: When offline or unauthenticated, candidate handles generate reproducible #hash placeholders with a targeted 'Fetch Remaining' sync button.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00">
                <a:solidFill>
                  <a:srgbClr val="94A3B8"/>
                </a:solidFill>
              </a:defRPr>
            </a:pPr>
            <a:r>
              <a:t>CORE STACK: Next.js 16 (App Router) • React 19 • TypeScript 5 • Tailwind CSS v4 • unpdf 1.9 • jsPDF &amp; Autotable • xlsx 0.18 • Web Workers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00800"/>
            <a:ext cx="11091672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INCURSION  |  Autonomous, Tunable &amp; Explainable Team Recruitment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446520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4 of 5  •  100% Zero-Cost Architecture  •  Zero-DB Privacy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TRACK 3: AUTOMATED RECRUITMENT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320040"/>
            <a:ext cx="68580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05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RESULTS, IMPACT &amp; SUBMISSION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Quantifiable Performance Benchmarks, Competitive Comparison &amp;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167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011680" cy="317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2651760" cy="1051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0B981"/>
                </a:solidFill>
              </a:defRPr>
            </a:pPr>
            <a:r>
              <a:t>$0.00</a:t>
            </a:r>
          </a:p>
          <a:p>
            <a:pPr>
              <a:defRPr b="1" sz="800">
                <a:solidFill>
                  <a:srgbClr val="FFFFFF"/>
                </a:solidFill>
              </a:defRPr>
            </a:pPr>
            <a:r>
              <a:t>TOTAL API &amp; SERVER BILLS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100% Free Tier • Zero LLM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508760"/>
            <a:ext cx="2651760" cy="1051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581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6B6D4"/>
                </a:solidFill>
              </a:defRPr>
            </a:pPr>
            <a:r>
              <a:t>&lt; 45s</a:t>
            </a:r>
          </a:p>
          <a:p>
            <a:pPr>
              <a:defRPr b="1" sz="800">
                <a:solidFill>
                  <a:srgbClr val="FFFFFF"/>
                </a:solidFill>
              </a:defRPr>
            </a:pPr>
            <a:r>
              <a:t>500-TEAM COHORT SCREENING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99% Faster than 40+ Human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508760"/>
            <a:ext cx="2651760" cy="1051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581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B82F6"/>
                </a:solidFill>
              </a:defRPr>
            </a:pPr>
            <a:r>
              <a:t>100%</a:t>
            </a:r>
          </a:p>
          <a:p>
            <a:pPr>
              <a:defRPr b="1" sz="800">
                <a:solidFill>
                  <a:srgbClr val="FFFFFF"/>
                </a:solidFill>
              </a:defRPr>
            </a:pPr>
            <a:r>
              <a:t>EXPLAINABLE AUDIT TRAIL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Deterministic Mathematical Formulas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508760"/>
            <a:ext cx="2651760" cy="1051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581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A855F7"/>
                </a:solidFill>
              </a:defRPr>
            </a:pPr>
            <a:r>
              <a:t>0 Bytes</a:t>
            </a:r>
          </a:p>
          <a:p>
            <a:pPr>
              <a:defRPr b="1" sz="800">
                <a:solidFill>
                  <a:srgbClr val="FFFFFF"/>
                </a:solidFill>
              </a:defRPr>
            </a:pPr>
            <a:r>
              <a:t>REMOTE PII RETENTION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Zero-DB Architecture • Full GDPR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697480"/>
          <a:ext cx="1109167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926080"/>
                <a:gridCol w="3136392"/>
              </a:tblGrid>
              <a:tr h="300445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6B6D4"/>
                          </a:solidFill>
                        </a:defRPr>
                      </a:pPr>
                      <a:r>
                        <a:t>Recruitment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6B6D4"/>
                          </a:solidFill>
                        </a:defRPr>
                      </a:pPr>
                      <a:r>
                        <a:t>Manual Spreadsheet Review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6B6D4"/>
                          </a:solidFill>
                        </a:defRPr>
                      </a:pPr>
                      <a:r>
                        <a:t>Proprietary LLM Wrapper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06B6D4"/>
                          </a:solidFill>
                        </a:defRPr>
                      </a:pPr>
                      <a:r>
                        <a:t>Incursion Platform (Track 3)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Cost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</a:defRPr>
                      </a:pPr>
                      <a:r>
                        <a:t>High volunteer burnout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59E0B"/>
                          </a:solidFill>
                        </a:defRPr>
                      </a:pPr>
                      <a:r>
                        <a:t>$50 - $200 in API tokens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$0.00 Forever (Zero paid tokens)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Latency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</a:defRPr>
                      </a:pPr>
                      <a:r>
                        <a:t>2 to 4 Days (Fatigue)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59E0B"/>
                          </a:solidFill>
                        </a:defRPr>
                      </a:pPr>
                      <a:r>
                        <a:t>10 to 20 mins (Rate throttled)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&lt; 45 Seconds (In-Memory Workers)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Decision Explainability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</a:defRPr>
                      </a:pPr>
                      <a:r>
                        <a:t>Subjective &amp; Inconsistent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59E0B"/>
                          </a:solidFill>
                        </a:defRPr>
                      </a:pPr>
                      <a:r>
                        <a:t>Black-Box LLM Hallucinations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100% Mathematical AST Rationale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Privacy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</a:defRPr>
                      </a:pPr>
                      <a:r>
                        <a:t>Sheets shared across chats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59E0B"/>
                          </a:solidFill>
                        </a:defRPr>
                      </a:pPr>
                      <a:r>
                        <a:t>Uploaded to remote LLM clouds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100% Client-Side localStorage (0 DB)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Anti-Cheat Defense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</a:defRPr>
                      </a:pPr>
                      <a:r>
                        <a:t>None (Fake links slip by)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59E0B"/>
                          </a:solidFill>
                        </a:defRPr>
                      </a:pPr>
                      <a:r>
                        <a:t>None (Blind link ingestion)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Fork-Padding &amp; Commit Auditing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Chapter Integration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59E0B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Live ACM NIT Surat Leaderboard Sync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" y="4937760"/>
            <a:ext cx="11091672" cy="12801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6B6D4"/>
                </a:solidFill>
              </a:defRPr>
            </a:pPr>
            <a:r>
              <a:t>HACKATHON DIFFERENTIATORS &amp; FUTURE ROADMAP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Rate-Limit Resilience &amp; Selective Sync: Surfaces temporary #&lt;hash&gt; badges when rate-limited with a targeted '⚡ Fetch Remaining' button to resume without wasting quota.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Automated Shortlist Notification Webhooks (Roadmap): One-click announcement broadcasts via WhatsApp, Discord, and Slack webhooks directly to shortlisted applicants.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Client-Side AST Code Quality Scorer (Roadmap): In-browser static analysis of candidate codebases for cyclomatic complexity, test coverage, and documentation depth at $0 cost.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Production Readiness: 100% test-verified, PWA installable, clean TypeScript architecture with universal Excel, Google Sheets, and CSV intake.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6400800"/>
            <a:ext cx="11091672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INCURSION  |  Autonomous, Tunable &amp; Explainable Team Recruitment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5 of 5  •  100% Zero-Cost Architecture  •  Zero-DB Privacy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